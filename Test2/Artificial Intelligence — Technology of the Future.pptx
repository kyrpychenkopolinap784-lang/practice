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2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Поліна Кирпиченко" userId="d0cf768a1af96b4b" providerId="LiveId" clId="{5284DFB8-B22C-470B-AC03-7462D7A9E6F0}"/>
    <pc:docChg chg="custSel addSld modSld">
      <pc:chgData name="Поліна Кирпиченко" userId="d0cf768a1af96b4b" providerId="LiveId" clId="{5284DFB8-B22C-470B-AC03-7462D7A9E6F0}" dt="2026-05-23T07:53:47.877" v="302" actId="1076"/>
      <pc:docMkLst>
        <pc:docMk/>
      </pc:docMkLst>
      <pc:sldChg chg="addSp delSp modSp mod setBg">
        <pc:chgData name="Поліна Кирпиченко" userId="d0cf768a1af96b4b" providerId="LiveId" clId="{5284DFB8-B22C-470B-AC03-7462D7A9E6F0}" dt="2026-05-23T07:44:18.626" v="147" actId="14100"/>
        <pc:sldMkLst>
          <pc:docMk/>
          <pc:sldMk cId="0" sldId="256"/>
        </pc:sldMkLst>
        <pc:spChg chg="del">
          <ac:chgData name="Поліна Кирпиченко" userId="d0cf768a1af96b4b" providerId="LiveId" clId="{5284DFB8-B22C-470B-AC03-7462D7A9E6F0}" dt="2026-05-22T12:49:04.068" v="9" actId="21"/>
          <ac:spMkLst>
            <pc:docMk/>
            <pc:sldMk cId="0" sldId="256"/>
            <ac:spMk id="2" creationId="{00000000-0000-0000-0000-000000000000}"/>
          </ac:spMkLst>
        </pc:spChg>
        <pc:spChg chg="del">
          <ac:chgData name="Поліна Кирпиченко" userId="d0cf768a1af96b4b" providerId="LiveId" clId="{5284DFB8-B22C-470B-AC03-7462D7A9E6F0}" dt="2026-05-22T12:49:06.579" v="10" actId="21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Поліна Кирпиченко" userId="d0cf768a1af96b4b" providerId="LiveId" clId="{5284DFB8-B22C-470B-AC03-7462D7A9E6F0}" dt="2026-05-23T07:44:18.626" v="147" actId="14100"/>
          <ac:spMkLst>
            <pc:docMk/>
            <pc:sldMk cId="0" sldId="256"/>
            <ac:spMk id="3" creationId="{5E45B07C-8ADE-5211-E89F-3AF686E768EC}"/>
          </ac:spMkLst>
        </pc:spChg>
        <pc:spChg chg="add mod">
          <ac:chgData name="Поліна Кирпиченко" userId="d0cf768a1af96b4b" providerId="LiveId" clId="{5284DFB8-B22C-470B-AC03-7462D7A9E6F0}" dt="2026-05-23T07:43:54.868" v="142" actId="20577"/>
          <ac:spMkLst>
            <pc:docMk/>
            <pc:sldMk cId="0" sldId="256"/>
            <ac:spMk id="5" creationId="{75AA979C-BE9C-6D10-B5DA-A0EE23D23CE6}"/>
          </ac:spMkLst>
        </pc:spChg>
      </pc:sldChg>
      <pc:sldChg chg="addSp delSp modSp new mod">
        <pc:chgData name="Поліна Кирпиченко" userId="d0cf768a1af96b4b" providerId="LiveId" clId="{5284DFB8-B22C-470B-AC03-7462D7A9E6F0}" dt="2026-05-23T07:45:24.164" v="153" actId="1076"/>
        <pc:sldMkLst>
          <pc:docMk/>
          <pc:sldMk cId="1766229829" sldId="257"/>
        </pc:sldMkLst>
        <pc:spChg chg="del">
          <ac:chgData name="Поліна Кирпиченко" userId="d0cf768a1af96b4b" providerId="LiveId" clId="{5284DFB8-B22C-470B-AC03-7462D7A9E6F0}" dt="2026-05-22T12:49:12.587" v="11" actId="21"/>
          <ac:spMkLst>
            <pc:docMk/>
            <pc:sldMk cId="1766229829" sldId="257"/>
            <ac:spMk id="2" creationId="{A213C82E-4BE0-9304-6E0D-CB3CBE2E24A4}"/>
          </ac:spMkLst>
        </pc:spChg>
        <pc:spChg chg="del">
          <ac:chgData name="Поліна Кирпиченко" userId="d0cf768a1af96b4b" providerId="LiveId" clId="{5284DFB8-B22C-470B-AC03-7462D7A9E6F0}" dt="2026-05-22T12:49:14.896" v="12" actId="21"/>
          <ac:spMkLst>
            <pc:docMk/>
            <pc:sldMk cId="1766229829" sldId="257"/>
            <ac:spMk id="3" creationId="{CA722E65-CA8A-9E94-9626-7478721282F9}"/>
          </ac:spMkLst>
        </pc:spChg>
        <pc:spChg chg="add mod">
          <ac:chgData name="Поліна Кирпиченко" userId="d0cf768a1af96b4b" providerId="LiveId" clId="{5284DFB8-B22C-470B-AC03-7462D7A9E6F0}" dt="2026-05-23T07:45:24.164" v="153" actId="1076"/>
          <ac:spMkLst>
            <pc:docMk/>
            <pc:sldMk cId="1766229829" sldId="257"/>
            <ac:spMk id="3" creationId="{EBDD7E83-6D1A-C0BB-E598-28A492D60B63}"/>
          </ac:spMkLst>
        </pc:spChg>
      </pc:sldChg>
      <pc:sldChg chg="addSp delSp modSp new mod setBg">
        <pc:chgData name="Поліна Кирпиченко" userId="d0cf768a1af96b4b" providerId="LiveId" clId="{5284DFB8-B22C-470B-AC03-7462D7A9E6F0}" dt="2026-05-23T07:46:04.194" v="161" actId="207"/>
        <pc:sldMkLst>
          <pc:docMk/>
          <pc:sldMk cId="2338507592" sldId="258"/>
        </pc:sldMkLst>
        <pc:spChg chg="del">
          <ac:chgData name="Поліна Кирпиченко" userId="d0cf768a1af96b4b" providerId="LiveId" clId="{5284DFB8-B22C-470B-AC03-7462D7A9E6F0}" dt="2026-05-22T12:49:20.106" v="13" actId="21"/>
          <ac:spMkLst>
            <pc:docMk/>
            <pc:sldMk cId="2338507592" sldId="258"/>
            <ac:spMk id="2" creationId="{DAEFBEE9-ED8F-1EDE-2ED7-120566484B2E}"/>
          </ac:spMkLst>
        </pc:spChg>
        <pc:spChg chg="add mod">
          <ac:chgData name="Поліна Кирпиченко" userId="d0cf768a1af96b4b" providerId="LiveId" clId="{5284DFB8-B22C-470B-AC03-7462D7A9E6F0}" dt="2026-05-23T07:46:04.194" v="161" actId="207"/>
          <ac:spMkLst>
            <pc:docMk/>
            <pc:sldMk cId="2338507592" sldId="258"/>
            <ac:spMk id="3" creationId="{23A8A1DE-09FF-D9B7-3254-4A7F4C402B93}"/>
          </ac:spMkLst>
        </pc:spChg>
        <pc:spChg chg="del">
          <ac:chgData name="Поліна Кирпиченко" userId="d0cf768a1af96b4b" providerId="LiveId" clId="{5284DFB8-B22C-470B-AC03-7462D7A9E6F0}" dt="2026-05-22T12:49:24.008" v="14" actId="21"/>
          <ac:spMkLst>
            <pc:docMk/>
            <pc:sldMk cId="2338507592" sldId="258"/>
            <ac:spMk id="3" creationId="{38A0F422-354D-70FA-8D8E-38A1E8A61806}"/>
          </ac:spMkLst>
        </pc:spChg>
      </pc:sldChg>
      <pc:sldChg chg="addSp delSp modSp new mod setBg">
        <pc:chgData name="Поліна Кирпиченко" userId="d0cf768a1af96b4b" providerId="LiveId" clId="{5284DFB8-B22C-470B-AC03-7462D7A9E6F0}" dt="2026-05-23T07:47:21.341" v="179" actId="20577"/>
        <pc:sldMkLst>
          <pc:docMk/>
          <pc:sldMk cId="1288350061" sldId="259"/>
        </pc:sldMkLst>
        <pc:spChg chg="del">
          <ac:chgData name="Поліна Кирпиченко" userId="d0cf768a1af96b4b" providerId="LiveId" clId="{5284DFB8-B22C-470B-AC03-7462D7A9E6F0}" dt="2026-05-22T12:49:35.436" v="15" actId="21"/>
          <ac:spMkLst>
            <pc:docMk/>
            <pc:sldMk cId="1288350061" sldId="259"/>
            <ac:spMk id="2" creationId="{58C2C57A-D236-FB3A-EBFD-401C0035926B}"/>
          </ac:spMkLst>
        </pc:spChg>
        <pc:spChg chg="del">
          <ac:chgData name="Поліна Кирпиченко" userId="d0cf768a1af96b4b" providerId="LiveId" clId="{5284DFB8-B22C-470B-AC03-7462D7A9E6F0}" dt="2026-05-22T12:49:37.838" v="16" actId="21"/>
          <ac:spMkLst>
            <pc:docMk/>
            <pc:sldMk cId="1288350061" sldId="259"/>
            <ac:spMk id="3" creationId="{5A17CB45-A8A8-0DA6-02AC-6F6F5A7D30BC}"/>
          </ac:spMkLst>
        </pc:spChg>
        <pc:spChg chg="add mod">
          <ac:chgData name="Поліна Кирпиченко" userId="d0cf768a1af96b4b" providerId="LiveId" clId="{5284DFB8-B22C-470B-AC03-7462D7A9E6F0}" dt="2026-05-23T07:47:21.341" v="179" actId="20577"/>
          <ac:spMkLst>
            <pc:docMk/>
            <pc:sldMk cId="1288350061" sldId="259"/>
            <ac:spMk id="3" creationId="{B1AF8EA8-F1FD-5990-4938-D140A324F0FF}"/>
          </ac:spMkLst>
        </pc:spChg>
      </pc:sldChg>
      <pc:sldChg chg="addSp delSp modSp new mod setBg">
        <pc:chgData name="Поліна Кирпиченко" userId="d0cf768a1af96b4b" providerId="LiveId" clId="{5284DFB8-B22C-470B-AC03-7462D7A9E6F0}" dt="2026-05-23T07:49:21.273" v="200" actId="1076"/>
        <pc:sldMkLst>
          <pc:docMk/>
          <pc:sldMk cId="4081066713" sldId="260"/>
        </pc:sldMkLst>
        <pc:spChg chg="del">
          <ac:chgData name="Поліна Кирпиченко" userId="d0cf768a1af96b4b" providerId="LiveId" clId="{5284DFB8-B22C-470B-AC03-7462D7A9E6F0}" dt="2026-05-22T12:49:41.330" v="17" actId="21"/>
          <ac:spMkLst>
            <pc:docMk/>
            <pc:sldMk cId="4081066713" sldId="260"/>
            <ac:spMk id="2" creationId="{596E7665-B72C-F659-75B6-99F2FCA5920D}"/>
          </ac:spMkLst>
        </pc:spChg>
        <pc:spChg chg="add mod">
          <ac:chgData name="Поліна Кирпиченко" userId="d0cf768a1af96b4b" providerId="LiveId" clId="{5284DFB8-B22C-470B-AC03-7462D7A9E6F0}" dt="2026-05-23T07:49:21.273" v="200" actId="1076"/>
          <ac:spMkLst>
            <pc:docMk/>
            <pc:sldMk cId="4081066713" sldId="260"/>
            <ac:spMk id="3" creationId="{2581B212-1E2B-13BE-3563-69AEEB39AF4B}"/>
          </ac:spMkLst>
        </pc:spChg>
        <pc:spChg chg="del">
          <ac:chgData name="Поліна Кирпиченко" userId="d0cf768a1af96b4b" providerId="LiveId" clId="{5284DFB8-B22C-470B-AC03-7462D7A9E6F0}" dt="2026-05-22T12:49:43.787" v="18" actId="21"/>
          <ac:spMkLst>
            <pc:docMk/>
            <pc:sldMk cId="4081066713" sldId="260"/>
            <ac:spMk id="3" creationId="{48ADB95E-4784-405C-3538-C64A518D22F2}"/>
          </ac:spMkLst>
        </pc:spChg>
      </pc:sldChg>
      <pc:sldChg chg="addSp delSp modSp new mod setBg">
        <pc:chgData name="Поліна Кирпиченко" userId="d0cf768a1af96b4b" providerId="LiveId" clId="{5284DFB8-B22C-470B-AC03-7462D7A9E6F0}" dt="2026-05-23T07:50:03.408" v="231"/>
        <pc:sldMkLst>
          <pc:docMk/>
          <pc:sldMk cId="102109091" sldId="261"/>
        </pc:sldMkLst>
        <pc:spChg chg="del">
          <ac:chgData name="Поліна Кирпиченко" userId="d0cf768a1af96b4b" providerId="LiveId" clId="{5284DFB8-B22C-470B-AC03-7462D7A9E6F0}" dt="2026-05-22T12:49:48.246" v="19" actId="21"/>
          <ac:spMkLst>
            <pc:docMk/>
            <pc:sldMk cId="102109091" sldId="261"/>
            <ac:spMk id="2" creationId="{DEF1C827-BCB3-6063-87F2-7C252D9C1153}"/>
          </ac:spMkLst>
        </pc:spChg>
        <pc:spChg chg="del">
          <ac:chgData name="Поліна Кирпиченко" userId="d0cf768a1af96b4b" providerId="LiveId" clId="{5284DFB8-B22C-470B-AC03-7462D7A9E6F0}" dt="2026-05-22T12:49:53.461" v="20" actId="21"/>
          <ac:spMkLst>
            <pc:docMk/>
            <pc:sldMk cId="102109091" sldId="261"/>
            <ac:spMk id="3" creationId="{46BDC086-208B-B7CB-E958-1F561FAF75E0}"/>
          </ac:spMkLst>
        </pc:spChg>
        <pc:spChg chg="add mod">
          <ac:chgData name="Поліна Кирпиченко" userId="d0cf768a1af96b4b" providerId="LiveId" clId="{5284DFB8-B22C-470B-AC03-7462D7A9E6F0}" dt="2026-05-23T07:49:55.664" v="207" actId="20577"/>
          <ac:spMkLst>
            <pc:docMk/>
            <pc:sldMk cId="102109091" sldId="261"/>
            <ac:spMk id="3" creationId="{6EC2CDDB-728F-B128-D669-527CC7B6B042}"/>
          </ac:spMkLst>
        </pc:spChg>
      </pc:sldChg>
      <pc:sldChg chg="addSp delSp modSp new mod">
        <pc:chgData name="Поліна Кирпиченко" userId="d0cf768a1af96b4b" providerId="LiveId" clId="{5284DFB8-B22C-470B-AC03-7462D7A9E6F0}" dt="2026-05-23T07:50:47.088" v="246" actId="20577"/>
        <pc:sldMkLst>
          <pc:docMk/>
          <pc:sldMk cId="3712203158" sldId="262"/>
        </pc:sldMkLst>
        <pc:spChg chg="del">
          <ac:chgData name="Поліна Кирпиченко" userId="d0cf768a1af96b4b" providerId="LiveId" clId="{5284DFB8-B22C-470B-AC03-7462D7A9E6F0}" dt="2026-05-22T12:49:56.619" v="21" actId="21"/>
          <ac:spMkLst>
            <pc:docMk/>
            <pc:sldMk cId="3712203158" sldId="262"/>
            <ac:spMk id="2" creationId="{84881C7F-FE64-3301-26B4-10B5F51F90B1}"/>
          </ac:spMkLst>
        </pc:spChg>
        <pc:spChg chg="add mod">
          <ac:chgData name="Поліна Кирпиченко" userId="d0cf768a1af96b4b" providerId="LiveId" clId="{5284DFB8-B22C-470B-AC03-7462D7A9E6F0}" dt="2026-05-23T07:50:47.088" v="246" actId="20577"/>
          <ac:spMkLst>
            <pc:docMk/>
            <pc:sldMk cId="3712203158" sldId="262"/>
            <ac:spMk id="3" creationId="{6EA5D82A-178A-B99A-92C1-9E70EEF9B1BD}"/>
          </ac:spMkLst>
        </pc:spChg>
        <pc:spChg chg="del">
          <ac:chgData name="Поліна Кирпиченко" userId="d0cf768a1af96b4b" providerId="LiveId" clId="{5284DFB8-B22C-470B-AC03-7462D7A9E6F0}" dt="2026-05-22T12:50:00.250" v="22" actId="21"/>
          <ac:spMkLst>
            <pc:docMk/>
            <pc:sldMk cId="3712203158" sldId="262"/>
            <ac:spMk id="3" creationId="{FEAF599C-8E09-44C1-B211-9686483CB009}"/>
          </ac:spMkLst>
        </pc:spChg>
      </pc:sldChg>
      <pc:sldChg chg="addSp delSp modSp new mod setBg">
        <pc:chgData name="Поліна Кирпиченко" userId="d0cf768a1af96b4b" providerId="LiveId" clId="{5284DFB8-B22C-470B-AC03-7462D7A9E6F0}" dt="2026-05-23T07:53:22.675" v="298" actId="1076"/>
        <pc:sldMkLst>
          <pc:docMk/>
          <pc:sldMk cId="4162961955" sldId="263"/>
        </pc:sldMkLst>
        <pc:spChg chg="del">
          <ac:chgData name="Поліна Кирпиченко" userId="d0cf768a1af96b4b" providerId="LiveId" clId="{5284DFB8-B22C-470B-AC03-7462D7A9E6F0}" dt="2026-05-22T12:50:06.632" v="23" actId="21"/>
          <ac:spMkLst>
            <pc:docMk/>
            <pc:sldMk cId="4162961955" sldId="263"/>
            <ac:spMk id="2" creationId="{664E6C2B-1241-302D-B796-8D00568F771F}"/>
          </ac:spMkLst>
        </pc:spChg>
        <pc:spChg chg="add mod">
          <ac:chgData name="Поліна Кирпиченко" userId="d0cf768a1af96b4b" providerId="LiveId" clId="{5284DFB8-B22C-470B-AC03-7462D7A9E6F0}" dt="2026-05-23T07:52:54.652" v="292" actId="207"/>
          <ac:spMkLst>
            <pc:docMk/>
            <pc:sldMk cId="4162961955" sldId="263"/>
            <ac:spMk id="3" creationId="{9E8D5C97-C567-0EB4-4251-085FC1328275}"/>
          </ac:spMkLst>
        </pc:spChg>
        <pc:spChg chg="del">
          <ac:chgData name="Поліна Кирпиченко" userId="d0cf768a1af96b4b" providerId="LiveId" clId="{5284DFB8-B22C-470B-AC03-7462D7A9E6F0}" dt="2026-05-22T12:50:09.718" v="24" actId="21"/>
          <ac:spMkLst>
            <pc:docMk/>
            <pc:sldMk cId="4162961955" sldId="263"/>
            <ac:spMk id="3" creationId="{9FD25A00-F26D-EE2D-F124-A83C204A8C5E}"/>
          </ac:spMkLst>
        </pc:spChg>
        <pc:spChg chg="add mod">
          <ac:chgData name="Поліна Кирпиченко" userId="d0cf768a1af96b4b" providerId="LiveId" clId="{5284DFB8-B22C-470B-AC03-7462D7A9E6F0}" dt="2026-05-23T07:53:22.675" v="298" actId="1076"/>
          <ac:spMkLst>
            <pc:docMk/>
            <pc:sldMk cId="4162961955" sldId="263"/>
            <ac:spMk id="5" creationId="{2175CF97-8A40-91EF-53C9-D1A3030BC606}"/>
          </ac:spMkLst>
        </pc:spChg>
      </pc:sldChg>
      <pc:sldChg chg="addSp delSp modSp new mod">
        <pc:chgData name="Поліна Кирпиченко" userId="d0cf768a1af96b4b" providerId="LiveId" clId="{5284DFB8-B22C-470B-AC03-7462D7A9E6F0}" dt="2026-05-23T07:53:47.877" v="302" actId="1076"/>
        <pc:sldMkLst>
          <pc:docMk/>
          <pc:sldMk cId="3850177479" sldId="264"/>
        </pc:sldMkLst>
        <pc:spChg chg="del">
          <ac:chgData name="Поліна Кирпиченко" userId="d0cf768a1af96b4b" providerId="LiveId" clId="{5284DFB8-B22C-470B-AC03-7462D7A9E6F0}" dt="2026-05-22T12:50:14.086" v="25" actId="21"/>
          <ac:spMkLst>
            <pc:docMk/>
            <pc:sldMk cId="3850177479" sldId="264"/>
            <ac:spMk id="2" creationId="{F56EE2F9-6166-B325-B0A1-4FD7142A00E4}"/>
          </ac:spMkLst>
        </pc:spChg>
        <pc:spChg chg="del">
          <ac:chgData name="Поліна Кирпиченко" userId="d0cf768a1af96b4b" providerId="LiveId" clId="{5284DFB8-B22C-470B-AC03-7462D7A9E6F0}" dt="2026-05-22T12:50:17.044" v="26" actId="21"/>
          <ac:spMkLst>
            <pc:docMk/>
            <pc:sldMk cId="3850177479" sldId="264"/>
            <ac:spMk id="3" creationId="{85CD1B56-A848-F384-0EAF-0B40920CB96A}"/>
          </ac:spMkLst>
        </pc:spChg>
        <pc:spChg chg="add mod">
          <ac:chgData name="Поліна Кирпиченко" userId="d0cf768a1af96b4b" providerId="LiveId" clId="{5284DFB8-B22C-470B-AC03-7462D7A9E6F0}" dt="2026-05-23T07:53:47.877" v="302" actId="1076"/>
          <ac:spMkLst>
            <pc:docMk/>
            <pc:sldMk cId="3850177479" sldId="264"/>
            <ac:spMk id="3" creationId="{F492F13E-4D43-C960-C640-D7443E382051}"/>
          </ac:spMkLst>
        </pc:spChg>
      </pc:sldChg>
      <pc:sldChg chg="delSp new mod setBg">
        <pc:chgData name="Поліна Кирпиченко" userId="d0cf768a1af96b4b" providerId="LiveId" clId="{5284DFB8-B22C-470B-AC03-7462D7A9E6F0}" dt="2026-05-23T07:42:22.660" v="121"/>
        <pc:sldMkLst>
          <pc:docMk/>
          <pc:sldMk cId="1343566218" sldId="265"/>
        </pc:sldMkLst>
        <pc:spChg chg="del">
          <ac:chgData name="Поліна Кирпиченко" userId="d0cf768a1af96b4b" providerId="LiveId" clId="{5284DFB8-B22C-470B-AC03-7462D7A9E6F0}" dt="2026-05-22T12:50:22.632" v="27" actId="21"/>
          <ac:spMkLst>
            <pc:docMk/>
            <pc:sldMk cId="1343566218" sldId="265"/>
            <ac:spMk id="2" creationId="{1D5DED11-9B62-1BE8-82FD-9BB5B9A9CD73}"/>
          </ac:spMkLst>
        </pc:spChg>
        <pc:spChg chg="del">
          <ac:chgData name="Поліна Кирпиченко" userId="d0cf768a1af96b4b" providerId="LiveId" clId="{5284DFB8-B22C-470B-AC03-7462D7A9E6F0}" dt="2026-05-22T12:50:25.791" v="28" actId="21"/>
          <ac:spMkLst>
            <pc:docMk/>
            <pc:sldMk cId="1343566218" sldId="265"/>
            <ac:spMk id="3" creationId="{B2A0E4E2-A4BE-4872-D0E5-B4D01EAFB3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49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5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7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3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8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9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9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3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4772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55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04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52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3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0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08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45B07C-8ADE-5211-E89F-3AF686E768EC}"/>
              </a:ext>
            </a:extLst>
          </p:cNvPr>
          <p:cNvSpPr txBox="1"/>
          <p:nvPr/>
        </p:nvSpPr>
        <p:spPr>
          <a:xfrm>
            <a:off x="1400783" y="676230"/>
            <a:ext cx="103015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Artificial Intelligence — Technology of the Future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A979C-BE9C-6D10-B5DA-A0EE23D23CE6}"/>
              </a:ext>
            </a:extLst>
          </p:cNvPr>
          <p:cNvSpPr txBox="1"/>
          <p:nvPr/>
        </p:nvSpPr>
        <p:spPr>
          <a:xfrm>
            <a:off x="7064712" y="5607439"/>
            <a:ext cx="60943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Prepared by Polina </a:t>
            </a:r>
            <a:r>
              <a:rPr lang="en-US" sz="2800" dirty="0" err="1">
                <a:solidFill>
                  <a:schemeClr val="bg1"/>
                </a:solidFill>
              </a:rPr>
              <a:t>Kyrpychenko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Student of Group </a:t>
            </a:r>
            <a:r>
              <a:rPr lang="uk-UA" sz="2800" dirty="0">
                <a:solidFill>
                  <a:schemeClr val="bg1"/>
                </a:solidFill>
              </a:rPr>
              <a:t>П-31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DD7E83-6D1A-C0BB-E598-28A492D60B63}"/>
              </a:ext>
            </a:extLst>
          </p:cNvPr>
          <p:cNvSpPr txBox="1"/>
          <p:nvPr/>
        </p:nvSpPr>
        <p:spPr>
          <a:xfrm>
            <a:off x="2337476" y="-9728"/>
            <a:ext cx="751704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Contents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1. What is Artificial Intelligence?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2. Where is AI used?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3. AI in Medicine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4. Advantages of AI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5. Risks of AI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6. AI in the Future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7. References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22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A8A1DE-09FF-D9B7-3254-4A7F4C402B93}"/>
              </a:ext>
            </a:extLst>
          </p:cNvPr>
          <p:cNvSpPr txBox="1"/>
          <p:nvPr/>
        </p:nvSpPr>
        <p:spPr>
          <a:xfrm>
            <a:off x="2123060" y="145915"/>
            <a:ext cx="87913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Why I chose this topic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I chose this topic because artificial intelligence is becoming an important part of modern life.</a:t>
            </a:r>
            <a:br>
              <a:rPr lang="en-US" sz="3200" dirty="0"/>
            </a:br>
            <a:r>
              <a:rPr lang="en-US" sz="3200" dirty="0"/>
              <a:t>AI is used in smartphones, medicine, education, and transport.</a:t>
            </a:r>
            <a:br>
              <a:rPr lang="en-US" sz="3200" dirty="0"/>
            </a:br>
            <a:r>
              <a:rPr lang="en-US" sz="3200" dirty="0"/>
              <a:t>I think this technology will greatly influence our future.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850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F8EA8-F1FD-5990-4938-D140A324F0FF}"/>
              </a:ext>
            </a:extLst>
          </p:cNvPr>
          <p:cNvSpPr txBox="1"/>
          <p:nvPr/>
        </p:nvSpPr>
        <p:spPr>
          <a:xfrm>
            <a:off x="2444074" y="461348"/>
            <a:ext cx="609437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What is Artificial Intelligence?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Artificial Intelligence (AI) is a technology that allows computers to think, learn, and make decisions.</a:t>
            </a:r>
            <a:br>
              <a:rPr lang="en-US" sz="2800" dirty="0"/>
            </a:br>
            <a:endParaRPr lang="uk-UA" sz="2800" dirty="0"/>
          </a:p>
          <a:p>
            <a:r>
              <a:rPr lang="en-US" sz="2800" dirty="0"/>
              <a:t>AI can:</a:t>
            </a:r>
            <a:br>
              <a:rPr lang="en-US" sz="2800" dirty="0"/>
            </a:br>
            <a:br>
              <a:rPr lang="en-US" sz="2800" dirty="0"/>
            </a:br>
            <a:r>
              <a:rPr lang="uk-UA" sz="2800" dirty="0"/>
              <a:t>-</a:t>
            </a:r>
            <a:r>
              <a:rPr lang="en-US" sz="2800" dirty="0"/>
              <a:t>analyze information;</a:t>
            </a:r>
            <a:br>
              <a:rPr lang="en-US" sz="2800" dirty="0"/>
            </a:br>
            <a:r>
              <a:rPr lang="uk-UA" sz="2800" dirty="0"/>
              <a:t>-</a:t>
            </a:r>
            <a:r>
              <a:rPr lang="en-US" sz="2800" dirty="0"/>
              <a:t>recognize speech and images;</a:t>
            </a:r>
            <a:br>
              <a:rPr lang="en-US" sz="2800" dirty="0"/>
            </a:br>
            <a:r>
              <a:rPr lang="uk-UA" sz="2800" dirty="0"/>
              <a:t>-</a:t>
            </a:r>
            <a:r>
              <a:rPr lang="en-US" sz="2800" dirty="0"/>
              <a:t>solve problems;</a:t>
            </a:r>
            <a:br>
              <a:rPr lang="en-US" sz="2800" dirty="0"/>
            </a:br>
            <a:r>
              <a:rPr lang="uk-UA" sz="2800" dirty="0"/>
              <a:t>-</a:t>
            </a:r>
            <a:r>
              <a:rPr lang="en-US" sz="2800" dirty="0"/>
              <a:t>help people in everyday life.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8835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81B212-1E2B-13BE-3563-69AEEB39AF4B}"/>
              </a:ext>
            </a:extLst>
          </p:cNvPr>
          <p:cNvSpPr txBox="1"/>
          <p:nvPr/>
        </p:nvSpPr>
        <p:spPr>
          <a:xfrm>
            <a:off x="6957708" y="-107004"/>
            <a:ext cx="609437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Where is AI used?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AI is used in many areas:</a:t>
            </a:r>
            <a:br>
              <a:rPr lang="en-US" sz="2800" dirty="0">
                <a:solidFill>
                  <a:schemeClr val="bg1"/>
                </a:solidFill>
              </a:rPr>
            </a:br>
            <a:endParaRPr lang="uk-UA" sz="2800" dirty="0">
              <a:solidFill>
                <a:schemeClr val="bg1"/>
              </a:solidFill>
            </a:endParaRPr>
          </a:p>
          <a:p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smartphones and voice assistants;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online applications;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transport;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education;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social networks.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066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6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C2CDDB-728F-B128-D669-527CC7B6B042}"/>
              </a:ext>
            </a:extLst>
          </p:cNvPr>
          <p:cNvSpPr txBox="1"/>
          <p:nvPr/>
        </p:nvSpPr>
        <p:spPr>
          <a:xfrm>
            <a:off x="2395436" y="144959"/>
            <a:ext cx="6094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AI in Medicine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Artificial intelligence helps doctors: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find diseases faster;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analyze medical images;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create new medicines;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improve medical treatment.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0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5D82A-178A-B99A-92C1-9E70EEF9B1BD}"/>
              </a:ext>
            </a:extLst>
          </p:cNvPr>
          <p:cNvSpPr txBox="1"/>
          <p:nvPr/>
        </p:nvSpPr>
        <p:spPr>
          <a:xfrm>
            <a:off x="2243295" y="248424"/>
            <a:ext cx="60943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Advantages of AI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Advantages: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saves time;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works quickly;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helps people;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improves technology;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uk-UA" sz="2800" dirty="0">
                <a:solidFill>
                  <a:schemeClr val="bg1"/>
                </a:solidFill>
              </a:rPr>
              <a:t>-</a:t>
            </a:r>
            <a:r>
              <a:rPr lang="en-US" sz="2800" dirty="0">
                <a:solidFill>
                  <a:schemeClr val="bg1"/>
                </a:solidFill>
              </a:rPr>
              <a:t>automates difficult tasks.</a:t>
            </a:r>
          </a:p>
        </p:txBody>
      </p:sp>
    </p:spTree>
    <p:extLst>
      <p:ext uri="{BB962C8B-B14F-4D97-AF65-F5344CB8AC3E}">
        <p14:creationId xmlns:p14="http://schemas.microsoft.com/office/powerpoint/2010/main" val="371220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7000"/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8D5C97-C567-0EB4-4251-085FC1328275}"/>
              </a:ext>
            </a:extLst>
          </p:cNvPr>
          <p:cNvSpPr txBox="1"/>
          <p:nvPr/>
        </p:nvSpPr>
        <p:spPr>
          <a:xfrm>
            <a:off x="354204" y="0"/>
            <a:ext cx="60943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Risks and Future of AI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Risks: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cybercrime;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dependence on technology;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loss of some jobs.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5CF97-8A40-91EF-53C9-D1A3030BC606}"/>
              </a:ext>
            </a:extLst>
          </p:cNvPr>
          <p:cNvSpPr txBox="1"/>
          <p:nvPr/>
        </p:nvSpPr>
        <p:spPr>
          <a:xfrm>
            <a:off x="5896709" y="3145134"/>
            <a:ext cx="60943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Future: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smart robots;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autonomous transport;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more advanced technologies.</a:t>
            </a:r>
          </a:p>
        </p:txBody>
      </p:sp>
    </p:spTree>
    <p:extLst>
      <p:ext uri="{BB962C8B-B14F-4D97-AF65-F5344CB8AC3E}">
        <p14:creationId xmlns:p14="http://schemas.microsoft.com/office/powerpoint/2010/main" val="416296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92F13E-4D43-C960-C640-D7443E382051}"/>
              </a:ext>
            </a:extLst>
          </p:cNvPr>
          <p:cNvSpPr txBox="1"/>
          <p:nvPr/>
        </p:nvSpPr>
        <p:spPr>
          <a:xfrm>
            <a:off x="2484455" y="105567"/>
            <a:ext cx="609432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References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1. Books about Artificial Intelligence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2. Internet articles about modern technologies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3. Educational websites about AI and robotics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4. Technology news websites</a:t>
            </a:r>
          </a:p>
        </p:txBody>
      </p:sp>
    </p:spTree>
    <p:extLst>
      <p:ext uri="{BB962C8B-B14F-4D97-AF65-F5344CB8AC3E}">
        <p14:creationId xmlns:p14="http://schemas.microsoft.com/office/powerpoint/2010/main" val="385017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566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</TotalTime>
  <Words>373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polina</dc:creator>
  <cp:lastModifiedBy>Поліна Кирпиченко</cp:lastModifiedBy>
  <cp:revision>2</cp:revision>
  <dcterms:created xsi:type="dcterms:W3CDTF">2025-07-23T00:59:00Z</dcterms:created>
  <dcterms:modified xsi:type="dcterms:W3CDTF">2026-05-23T07:53:54Z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